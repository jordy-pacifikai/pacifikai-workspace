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C7357-AB5B-4500-965A-89DCDC993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307AB2-DB56-412E-8C9F-19751F006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6C4917-410D-44E6-BCCE-A89A06E4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A68D47-69C3-4D1B-9CEC-FCC8BA7E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EF0D9E-BF6A-4566-ABB3-9FC3705C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55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AA7712-B6F4-42A9-A3B9-3875853E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32769F-FF6F-4C59-AFD6-C230502CD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A31C0F-4A9C-42DB-8342-E763A99C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FAC7FC-EA70-47FA-9A31-DB9D1F43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FB987A-B1A4-41E3-AB95-CAEE924A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46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CEFE3-3A51-4932-A0F7-DA64E38F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C7A898-A0B1-4112-BEDE-7FAC512E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0BDCB-4B74-4B29-BD30-6B47F18C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126CF3-4FE2-48AF-9C68-E4F4C288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D344D0-4FA1-46D5-B268-BE5294F7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77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8AD843-1515-4482-BFF8-942B2FF5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2C4F59-EC03-402D-8B38-7D2F41431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D024F4-B9F1-4172-BA3B-DE1A4F252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3099F8-1C35-4129-B7CE-B5E90D50B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02CE50-024E-41CE-9FB4-AC9300B5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C34EA7-9F54-4FF8-BCCA-F139165A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87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90352-8D2F-484A-9F8C-E59DF25D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2C1E63-69BC-4193-9358-0A894E849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B03A34-06AB-41DC-B8F0-0137F32B8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944A1F6-DB0D-4BF8-A1A5-5B3D21377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BBEC35-C419-4BEC-AB27-8485B0698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D2909F-F4ED-429F-A801-24619F89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643B66D-68E5-4184-B7E8-B7C00301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864E5B2-1F2E-4E83-8BB3-96A6D657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29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5B766-09AA-47EF-BAB3-A9D39074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2969FB-34F5-4F91-A253-78A13ACB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AB1982-AD8D-4140-9C1A-00CD67DF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9B9374-24C9-4781-827D-FC6A42C0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219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6E3ACBC-D7AC-4412-8DF8-9CAC0FFD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6352113-349A-4064-BDDC-240847D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8F192F-11F4-4082-B5E3-6A0973F3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01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13B1E-B995-4718-A671-75F099C3C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8FC35-3A65-4C74-86F6-18A145E6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64DF25-9CEB-42DF-AF08-968E8AFD9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044D0A-2F39-4B01-9BAB-0789D04A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92BD6F-7F0A-4D4C-B56A-56B814BB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49A054-5EF2-4828-A91B-CE4C63CE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94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A0778-2426-4B16-820B-85CC3B19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EEC3E3-8F47-455A-B6D3-330BD562D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A0E192-77B8-4C12-B184-5ACB52E66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F2C2C3-C51B-489A-867F-F645D37A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D03E4A-83DE-42C7-81A1-64EFE84D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6DD2E9-FEDC-4BF2-B275-FB380474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029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2DDC59-135B-4387-90D4-D4B2E817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B51EEE-6E47-4657-86FC-7934ECF97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6DA4CB-E271-4EFF-A7FE-7D652624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95E6A8-C0D4-4E49-B8DF-2E088331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E9A113-AB30-4C13-A116-3A520A70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98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21D93A4-6BCF-4564-891E-47AE5D560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A66435-7848-4C90-9F26-8F5DD9A81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EDCA6C-6696-4ADC-B893-5714A7E0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AC2EBB-050C-4B17-9DF8-F22BB32D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B0E17C-3620-4E5F-8874-08FE59BB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0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4731A6-88C4-474C-9BF4-16EF66C3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058359-2E69-4402-9C85-A51C08109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CDCB5A-67F6-4E60-80B3-27C463947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B84B1-953C-44BE-B759-5374CE067D0A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09B22E-1F65-4466-8C75-4CE1321A1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6457D4-C5AD-4B05-9BFB-A01819808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6CECC-55FA-4112-9187-A6641F4B5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91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e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e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jpe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e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9.jpg"/><Relationship Id="rId18" Type="http://schemas.openxmlformats.org/officeDocument/2006/relationships/image" Target="../media/image14.jpg"/><Relationship Id="rId3" Type="http://schemas.openxmlformats.org/officeDocument/2006/relationships/image" Target="../media/image4.jpeg"/><Relationship Id="rId21" Type="http://schemas.openxmlformats.org/officeDocument/2006/relationships/image" Target="../media/image22.png"/><Relationship Id="rId7" Type="http://schemas.openxmlformats.org/officeDocument/2006/relationships/image" Target="../media/image20.png"/><Relationship Id="rId12" Type="http://schemas.openxmlformats.org/officeDocument/2006/relationships/image" Target="../media/image10.jp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5" Type="http://schemas.openxmlformats.org/officeDocument/2006/relationships/image" Target="../media/image6.JPG"/><Relationship Id="rId15" Type="http://schemas.openxmlformats.org/officeDocument/2006/relationships/image" Target="../media/image12.jpg"/><Relationship Id="rId23" Type="http://schemas.openxmlformats.org/officeDocument/2006/relationships/image" Target="../media/image19.png"/><Relationship Id="rId10" Type="http://schemas.openxmlformats.org/officeDocument/2006/relationships/image" Target="../media/image7.jpeg"/><Relationship Id="rId19" Type="http://schemas.openxmlformats.org/officeDocument/2006/relationships/image" Target="../media/image16.jpg"/><Relationship Id="rId4" Type="http://schemas.openxmlformats.org/officeDocument/2006/relationships/image" Target="../media/image5.png"/><Relationship Id="rId9" Type="http://schemas.openxmlformats.org/officeDocument/2006/relationships/image" Target="../media/image3.jpeg"/><Relationship Id="rId14" Type="http://schemas.openxmlformats.org/officeDocument/2006/relationships/image" Target="../media/image11.jpeg"/><Relationship Id="rId22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9.jpg"/><Relationship Id="rId18" Type="http://schemas.openxmlformats.org/officeDocument/2006/relationships/image" Target="../media/image14.jpg"/><Relationship Id="rId3" Type="http://schemas.openxmlformats.org/officeDocument/2006/relationships/image" Target="../media/image4.jpeg"/><Relationship Id="rId21" Type="http://schemas.openxmlformats.org/officeDocument/2006/relationships/image" Target="../media/image22.png"/><Relationship Id="rId7" Type="http://schemas.openxmlformats.org/officeDocument/2006/relationships/image" Target="../media/image20.png"/><Relationship Id="rId12" Type="http://schemas.openxmlformats.org/officeDocument/2006/relationships/image" Target="../media/image10.jp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24" Type="http://schemas.openxmlformats.org/officeDocument/2006/relationships/image" Target="../media/image23.jpeg"/><Relationship Id="rId5" Type="http://schemas.openxmlformats.org/officeDocument/2006/relationships/image" Target="../media/image6.JPG"/><Relationship Id="rId15" Type="http://schemas.openxmlformats.org/officeDocument/2006/relationships/image" Target="../media/image12.jpg"/><Relationship Id="rId23" Type="http://schemas.openxmlformats.org/officeDocument/2006/relationships/image" Target="../media/image19.png"/><Relationship Id="rId10" Type="http://schemas.openxmlformats.org/officeDocument/2006/relationships/image" Target="../media/image7.jpeg"/><Relationship Id="rId19" Type="http://schemas.openxmlformats.org/officeDocument/2006/relationships/image" Target="../media/image16.jpg"/><Relationship Id="rId4" Type="http://schemas.openxmlformats.org/officeDocument/2006/relationships/image" Target="../media/image5.png"/><Relationship Id="rId9" Type="http://schemas.openxmlformats.org/officeDocument/2006/relationships/image" Target="../media/image3.jpeg"/><Relationship Id="rId14" Type="http://schemas.openxmlformats.org/officeDocument/2006/relationships/image" Target="../media/image11.jpeg"/><Relationship Id="rId22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Une image contenant clipart, logo, Graphique, symbole&#10;&#10;Description générée automatiquement">
            <a:extLst>
              <a:ext uri="{FF2B5EF4-FFF2-40B4-BE49-F238E27FC236}">
                <a16:creationId xmlns:a16="http://schemas.microsoft.com/office/drawing/2014/main" id="{8B87A44F-8906-F177-1150-084131FC9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692" y="5286213"/>
            <a:ext cx="1552852" cy="93575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56868B6-7266-F1E6-334A-1885D9B1A310}"/>
              </a:ext>
            </a:extLst>
          </p:cNvPr>
          <p:cNvSpPr/>
          <p:nvPr/>
        </p:nvSpPr>
        <p:spPr>
          <a:xfrm>
            <a:off x="2914408" y="206116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CA258B-DF8E-D003-D8E4-D0B8660CBFDF}"/>
              </a:ext>
            </a:extLst>
          </p:cNvPr>
          <p:cNvSpPr/>
          <p:nvPr/>
        </p:nvSpPr>
        <p:spPr>
          <a:xfrm>
            <a:off x="4505204" y="206116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63D7CE-6648-076C-8E16-B893FD7BA76F}"/>
              </a:ext>
            </a:extLst>
          </p:cNvPr>
          <p:cNvSpPr/>
          <p:nvPr/>
        </p:nvSpPr>
        <p:spPr>
          <a:xfrm>
            <a:off x="6096000" y="206116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6A5A24-AFEF-9F47-9DCB-A8BC19F1EF9D}"/>
              </a:ext>
            </a:extLst>
          </p:cNvPr>
          <p:cNvSpPr/>
          <p:nvPr/>
        </p:nvSpPr>
        <p:spPr>
          <a:xfrm>
            <a:off x="7686796" y="206116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A6BB15-76CF-BA1F-77BB-4B145C86F949}"/>
              </a:ext>
            </a:extLst>
          </p:cNvPr>
          <p:cNvSpPr/>
          <p:nvPr/>
        </p:nvSpPr>
        <p:spPr>
          <a:xfrm>
            <a:off x="2914408" y="1791722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2850DD-8295-00CC-CF5A-0AEDB8E6EDE8}"/>
              </a:ext>
            </a:extLst>
          </p:cNvPr>
          <p:cNvSpPr/>
          <p:nvPr/>
        </p:nvSpPr>
        <p:spPr>
          <a:xfrm>
            <a:off x="4505204" y="1791722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8BAFA2-301A-AF66-5048-66C6323AE5B2}"/>
              </a:ext>
            </a:extLst>
          </p:cNvPr>
          <p:cNvSpPr/>
          <p:nvPr/>
        </p:nvSpPr>
        <p:spPr>
          <a:xfrm>
            <a:off x="6096000" y="1791722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CC34B1-D73C-0C9C-B44A-FF94F91185FC}"/>
              </a:ext>
            </a:extLst>
          </p:cNvPr>
          <p:cNvSpPr/>
          <p:nvPr/>
        </p:nvSpPr>
        <p:spPr>
          <a:xfrm>
            <a:off x="7686796" y="1791722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156021-833E-2294-9FD0-56D487A3DCF5}"/>
              </a:ext>
            </a:extLst>
          </p:cNvPr>
          <p:cNvSpPr/>
          <p:nvPr/>
        </p:nvSpPr>
        <p:spPr>
          <a:xfrm>
            <a:off x="2914408" y="3377328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3AAAE7-6FEE-4F46-CFB8-B8B50491C6D8}"/>
              </a:ext>
            </a:extLst>
          </p:cNvPr>
          <p:cNvSpPr/>
          <p:nvPr/>
        </p:nvSpPr>
        <p:spPr>
          <a:xfrm>
            <a:off x="4505204" y="3377328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178B24-7B3A-DE63-2780-E71FF69AF8E5}"/>
              </a:ext>
            </a:extLst>
          </p:cNvPr>
          <p:cNvSpPr/>
          <p:nvPr/>
        </p:nvSpPr>
        <p:spPr>
          <a:xfrm>
            <a:off x="6096000" y="3377328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A70A56-A32E-8D10-C8DF-BBAD30020DB6}"/>
              </a:ext>
            </a:extLst>
          </p:cNvPr>
          <p:cNvSpPr/>
          <p:nvPr/>
        </p:nvSpPr>
        <p:spPr>
          <a:xfrm>
            <a:off x="7686796" y="3377328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144022C-AA11-A2A1-C448-4ACD8FA75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546" y="307659"/>
            <a:ext cx="1382520" cy="1382520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AF98D89A-83DA-3128-38FC-A8AB6DA57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664" y="1976574"/>
            <a:ext cx="1222418" cy="1295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87A8E19E-51AB-E785-5378-06757E086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342" y="536343"/>
            <a:ext cx="1429153" cy="92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Image 1">
            <a:extLst>
              <a:ext uri="{FF2B5EF4-FFF2-40B4-BE49-F238E27FC236}">
                <a16:creationId xmlns:a16="http://schemas.microsoft.com/office/drawing/2014/main" id="{4FBDF200-0957-12D8-3DD3-5FC6760D2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646" y="474740"/>
            <a:ext cx="1275503" cy="104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Image 35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1309B178-577A-02BB-24DB-DB0FB2F527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204" y="341694"/>
            <a:ext cx="1323975" cy="1314450"/>
          </a:xfrm>
          <a:prstGeom prst="rect">
            <a:avLst/>
          </a:prstGeom>
        </p:spPr>
      </p:pic>
      <p:pic>
        <p:nvPicPr>
          <p:cNvPr id="37" name="Picture 5">
            <a:extLst>
              <a:ext uri="{FF2B5EF4-FFF2-40B4-BE49-F238E27FC236}">
                <a16:creationId xmlns:a16="http://schemas.microsoft.com/office/drawing/2014/main" id="{CF65C8DB-6F75-BFB5-4E52-7864CFC82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464" y="2327001"/>
            <a:ext cx="1466908" cy="51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Image 1">
            <a:extLst>
              <a:ext uri="{FF2B5EF4-FFF2-40B4-BE49-F238E27FC236}">
                <a16:creationId xmlns:a16="http://schemas.microsoft.com/office/drawing/2014/main" id="{3BE1FCC7-A5C7-AA76-37F2-7998A7943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260" y="2327001"/>
            <a:ext cx="1406400" cy="411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Image 38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06015DF-CB9B-70DC-C28C-DC385489ED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657" y="3814225"/>
            <a:ext cx="1381409" cy="718863"/>
          </a:xfrm>
          <a:prstGeom prst="rect">
            <a:avLst/>
          </a:prstGeom>
        </p:spPr>
      </p:pic>
      <p:pic>
        <p:nvPicPr>
          <p:cNvPr id="40" name="Image 39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F0793963-B627-8592-CF10-2ED4046308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480" y="2206233"/>
            <a:ext cx="1387976" cy="660135"/>
          </a:xfrm>
          <a:prstGeom prst="rect">
            <a:avLst/>
          </a:prstGeom>
        </p:spPr>
      </p:pic>
      <p:pic>
        <p:nvPicPr>
          <p:cNvPr id="41" name="Image 40" descr="Une image contenant texte, conception, graphisme, capture d’écran&#10;&#10;Description générée automatiquement">
            <a:extLst>
              <a:ext uri="{FF2B5EF4-FFF2-40B4-BE49-F238E27FC236}">
                <a16:creationId xmlns:a16="http://schemas.microsoft.com/office/drawing/2014/main" id="{B08CCD90-D12E-5897-D1F8-86D81F0999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693" y="3679583"/>
            <a:ext cx="1387538" cy="981096"/>
          </a:xfrm>
          <a:prstGeom prst="rect">
            <a:avLst/>
          </a:prstGeom>
        </p:spPr>
      </p:pic>
      <p:pic>
        <p:nvPicPr>
          <p:cNvPr id="42" name="Image 41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0841645E-ACF5-8AEC-A9E7-E8F94942AB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567" y="3834670"/>
            <a:ext cx="1491660" cy="670921"/>
          </a:xfrm>
          <a:prstGeom prst="rect">
            <a:avLst/>
          </a:prstGeom>
        </p:spPr>
      </p:pic>
      <p:pic>
        <p:nvPicPr>
          <p:cNvPr id="43" name="Image 42" descr="Une image contenant Graphique, graphisme, oiseau, conception&#10;&#10;Description générée automatiquement">
            <a:extLst>
              <a:ext uri="{FF2B5EF4-FFF2-40B4-BE49-F238E27FC236}">
                <a16:creationId xmlns:a16="http://schemas.microsoft.com/office/drawing/2014/main" id="{9C6B2A6F-4F7C-38BE-4A26-A8AEBA9280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659" y="3629355"/>
            <a:ext cx="1545070" cy="1081549"/>
          </a:xfrm>
          <a:prstGeom prst="rect">
            <a:avLst/>
          </a:prstGeom>
        </p:spPr>
      </p:pic>
      <p:pic>
        <p:nvPicPr>
          <p:cNvPr id="44" name="Image 43" descr="Une image contenant texte, conception, Police&#10;&#10;Description générée automatiquement">
            <a:extLst>
              <a:ext uri="{FF2B5EF4-FFF2-40B4-BE49-F238E27FC236}">
                <a16:creationId xmlns:a16="http://schemas.microsoft.com/office/drawing/2014/main" id="{B6D17D09-5861-A1A8-CF7B-FD777C471F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138" y="5459245"/>
            <a:ext cx="1450927" cy="592791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2F765C50-D89F-987A-ED94-CD61DB16CD0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9805" y="5245171"/>
            <a:ext cx="2918192" cy="101074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978D45B-868D-0948-3270-0E8D04FEA3B2}"/>
              </a:ext>
            </a:extLst>
          </p:cNvPr>
          <p:cNvSpPr/>
          <p:nvPr/>
        </p:nvSpPr>
        <p:spPr>
          <a:xfrm>
            <a:off x="2914408" y="4959641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B17BB2-D7C1-47F6-C59C-69708AD2D26C}"/>
              </a:ext>
            </a:extLst>
          </p:cNvPr>
          <p:cNvSpPr/>
          <p:nvPr/>
        </p:nvSpPr>
        <p:spPr>
          <a:xfrm>
            <a:off x="4511689" y="4962741"/>
            <a:ext cx="1590796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BD6508-537C-98EF-7367-1C24BAD8FC7B}"/>
              </a:ext>
            </a:extLst>
          </p:cNvPr>
          <p:cNvSpPr/>
          <p:nvPr/>
        </p:nvSpPr>
        <p:spPr>
          <a:xfrm>
            <a:off x="6094760" y="4958319"/>
            <a:ext cx="3182831" cy="1585606"/>
          </a:xfrm>
          <a:prstGeom prst="rect">
            <a:avLst/>
          </a:prstGeom>
          <a:noFill/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329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5970F-0CC5-3C54-7759-2A7A9C42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890DA3E-979E-67AD-6AE9-E101522E004F}"/>
              </a:ext>
            </a:extLst>
          </p:cNvPr>
          <p:cNvSpPr/>
          <p:nvPr/>
        </p:nvSpPr>
        <p:spPr>
          <a:xfrm>
            <a:off x="2914408" y="394796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2F9B5F5-09C3-5C91-E2E2-A8021F04F3E1}"/>
              </a:ext>
            </a:extLst>
          </p:cNvPr>
          <p:cNvSpPr/>
          <p:nvPr/>
        </p:nvSpPr>
        <p:spPr>
          <a:xfrm>
            <a:off x="4161304" y="394796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D10AD7-16BA-03FD-48B5-9142E426C8D8}"/>
              </a:ext>
            </a:extLst>
          </p:cNvPr>
          <p:cNvSpPr/>
          <p:nvPr/>
        </p:nvSpPr>
        <p:spPr>
          <a:xfrm>
            <a:off x="5409986" y="3947967"/>
            <a:ext cx="2494763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5" name="Image 44" descr="Une image contenant clipart, logo, Graphique, symbole&#10;&#10;Description générée automatiquement">
            <a:extLst>
              <a:ext uri="{FF2B5EF4-FFF2-40B4-BE49-F238E27FC236}">
                <a16:creationId xmlns:a16="http://schemas.microsoft.com/office/drawing/2014/main" id="{AFA99B30-0AFF-2C19-B051-870FCE64C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54" y="4162044"/>
            <a:ext cx="1217155" cy="7334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4E71EEE-A552-80BA-1851-8EEE013904FA}"/>
              </a:ext>
            </a:extLst>
          </p:cNvPr>
          <p:cNvSpPr/>
          <p:nvPr/>
        </p:nvSpPr>
        <p:spPr>
          <a:xfrm>
            <a:off x="2914408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30728B-0569-AE93-7422-DD62DFD265A2}"/>
              </a:ext>
            </a:extLst>
          </p:cNvPr>
          <p:cNvSpPr/>
          <p:nvPr/>
        </p:nvSpPr>
        <p:spPr>
          <a:xfrm>
            <a:off x="4161105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19CB8C-1B6D-58EB-079A-5FFE8888D8DA}"/>
              </a:ext>
            </a:extLst>
          </p:cNvPr>
          <p:cNvSpPr/>
          <p:nvPr/>
        </p:nvSpPr>
        <p:spPr>
          <a:xfrm>
            <a:off x="5413894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20ADEF-B1A8-B743-4C9B-C6E0AB99CB54}"/>
              </a:ext>
            </a:extLst>
          </p:cNvPr>
          <p:cNvSpPr/>
          <p:nvPr/>
        </p:nvSpPr>
        <p:spPr>
          <a:xfrm>
            <a:off x="6656520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BB6F55-BF0C-F9C2-4D77-9D3EAD175A62}"/>
              </a:ext>
            </a:extLst>
          </p:cNvPr>
          <p:cNvSpPr/>
          <p:nvPr/>
        </p:nvSpPr>
        <p:spPr>
          <a:xfrm>
            <a:off x="2914408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C85A4C-E754-C928-87CA-A4A5AB562508}"/>
              </a:ext>
            </a:extLst>
          </p:cNvPr>
          <p:cNvSpPr/>
          <p:nvPr/>
        </p:nvSpPr>
        <p:spPr>
          <a:xfrm>
            <a:off x="4161105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6FE065-34E9-2807-F0B7-2C513D9D8B85}"/>
              </a:ext>
            </a:extLst>
          </p:cNvPr>
          <p:cNvSpPr/>
          <p:nvPr/>
        </p:nvSpPr>
        <p:spPr>
          <a:xfrm>
            <a:off x="5413894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4D321A-BF9B-FD73-D833-BA9D999667E7}"/>
              </a:ext>
            </a:extLst>
          </p:cNvPr>
          <p:cNvSpPr/>
          <p:nvPr/>
        </p:nvSpPr>
        <p:spPr>
          <a:xfrm>
            <a:off x="6656520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15D1C3-9F42-540F-8610-F9E014A95C69}"/>
              </a:ext>
            </a:extLst>
          </p:cNvPr>
          <p:cNvSpPr/>
          <p:nvPr/>
        </p:nvSpPr>
        <p:spPr>
          <a:xfrm>
            <a:off x="2914408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B95E8A-5485-0256-1A3A-3ACAD942459B}"/>
              </a:ext>
            </a:extLst>
          </p:cNvPr>
          <p:cNvSpPr/>
          <p:nvPr/>
        </p:nvSpPr>
        <p:spPr>
          <a:xfrm>
            <a:off x="4161105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73B707-E414-6AC8-8C73-6F0D50906339}"/>
              </a:ext>
            </a:extLst>
          </p:cNvPr>
          <p:cNvSpPr/>
          <p:nvPr/>
        </p:nvSpPr>
        <p:spPr>
          <a:xfrm>
            <a:off x="5413894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5D757A-DA1D-29A2-7C6E-359DED437439}"/>
              </a:ext>
            </a:extLst>
          </p:cNvPr>
          <p:cNvSpPr/>
          <p:nvPr/>
        </p:nvSpPr>
        <p:spPr>
          <a:xfrm>
            <a:off x="6656520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5D1EB732-3B57-A2F1-F566-37C6A0E27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616" y="730786"/>
            <a:ext cx="1048139" cy="10481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49E8BA6B-69DD-40EB-E71F-19CD0C2C9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281" y="1835759"/>
            <a:ext cx="926759" cy="98248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A311038B-15A3-EB06-AEB5-EB40B0195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652" y="891211"/>
            <a:ext cx="1120197" cy="7251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5" name="Image 1">
            <a:extLst>
              <a:ext uri="{FF2B5EF4-FFF2-40B4-BE49-F238E27FC236}">
                <a16:creationId xmlns:a16="http://schemas.microsoft.com/office/drawing/2014/main" id="{734C0855-BAB6-27BB-B533-C2D2E06B6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981" y="844720"/>
            <a:ext cx="999763" cy="82172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6" name="Image 35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77148EAB-13C1-85B2-8EFF-E90F3BDFAC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62" y="744770"/>
            <a:ext cx="1020702" cy="101335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7" name="Picture 5">
            <a:extLst>
              <a:ext uri="{FF2B5EF4-FFF2-40B4-BE49-F238E27FC236}">
                <a16:creationId xmlns:a16="http://schemas.microsoft.com/office/drawing/2014/main" id="{F5969935-C9A6-536F-8804-848B8A945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902" y="2214506"/>
            <a:ext cx="1149790" cy="4037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8" name="Image 1">
            <a:extLst>
              <a:ext uri="{FF2B5EF4-FFF2-40B4-BE49-F238E27FC236}">
                <a16:creationId xmlns:a16="http://schemas.microsoft.com/office/drawing/2014/main" id="{85AA5738-EF9F-1902-B24D-8907D3485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787" y="2214506"/>
            <a:ext cx="1102363" cy="32241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9" name="Image 38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40CBFD2C-0CDA-3999-09C7-DECC01F503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95" y="3195898"/>
            <a:ext cx="1082774" cy="56345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Image 39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EB86641B-965C-A0BF-2394-6EED57DD4B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25" y="2093739"/>
            <a:ext cx="1087922" cy="5174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1" name="Image 40" descr="Une image contenant texte, conception, graphisme, capture d’écran&#10;&#10;Description générée automatiquement">
            <a:extLst>
              <a:ext uri="{FF2B5EF4-FFF2-40B4-BE49-F238E27FC236}">
                <a16:creationId xmlns:a16="http://schemas.microsoft.com/office/drawing/2014/main" id="{591BC7ED-0CDF-6EE1-1E55-817ED4B275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035" y="3061255"/>
            <a:ext cx="1087578" cy="76900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2" name="Image 41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2F21E0DC-C6C9-1B53-13DD-433893BCA4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710" y="3216343"/>
            <a:ext cx="1169191" cy="52588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3" name="Image 42" descr="Une image contenant Graphique, graphisme, oiseau, conception&#10;&#10;Description générée automatiquement">
            <a:extLst>
              <a:ext uri="{FF2B5EF4-FFF2-40B4-BE49-F238E27FC236}">
                <a16:creationId xmlns:a16="http://schemas.microsoft.com/office/drawing/2014/main" id="{91E2241A-0B56-B33C-EBB3-A8DD63E413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225" y="3011027"/>
            <a:ext cx="1211055" cy="8477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4" name="Image 43" descr="Une image contenant texte, conception, Police&#10;&#10;Description générée automatiquement">
            <a:extLst>
              <a:ext uri="{FF2B5EF4-FFF2-40B4-BE49-F238E27FC236}">
                <a16:creationId xmlns:a16="http://schemas.microsoft.com/office/drawing/2014/main" id="{543428C4-9B11-D868-4424-1ACBE9D6EB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041" y="4286436"/>
            <a:ext cx="1137264" cy="4646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73FC827A-B92B-FD82-884A-0C9F9FB3B74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4220" y="4121003"/>
            <a:ext cx="2287334" cy="79223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7196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1881-C10D-2B25-518B-9B1EE434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781DF79-65C2-2C5B-DD54-48048FF2A799}"/>
              </a:ext>
            </a:extLst>
          </p:cNvPr>
          <p:cNvSpPr/>
          <p:nvPr/>
        </p:nvSpPr>
        <p:spPr>
          <a:xfrm>
            <a:off x="2914408" y="394796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A26812-6B3B-97A1-2ACC-5D4D69CBB3B5}"/>
              </a:ext>
            </a:extLst>
          </p:cNvPr>
          <p:cNvSpPr/>
          <p:nvPr/>
        </p:nvSpPr>
        <p:spPr>
          <a:xfrm>
            <a:off x="4161304" y="394796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A3DDC6D-E5B7-0C8E-022C-A413DF639C06}"/>
              </a:ext>
            </a:extLst>
          </p:cNvPr>
          <p:cNvSpPr/>
          <p:nvPr/>
        </p:nvSpPr>
        <p:spPr>
          <a:xfrm>
            <a:off x="5409986" y="3935267"/>
            <a:ext cx="2494763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5" name="Image 44" descr="Une image contenant clipart, logo, Graphique, symbole&#10;&#10;Description générée automatiquement">
            <a:extLst>
              <a:ext uri="{FF2B5EF4-FFF2-40B4-BE49-F238E27FC236}">
                <a16:creationId xmlns:a16="http://schemas.microsoft.com/office/drawing/2014/main" id="{6204A6EC-5B74-ACE9-9C2C-4BA8E439D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54" y="4162044"/>
            <a:ext cx="1217155" cy="7334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522D0FE-8785-C047-CEFE-3ECBCFB257B4}"/>
              </a:ext>
            </a:extLst>
          </p:cNvPr>
          <p:cNvSpPr/>
          <p:nvPr/>
        </p:nvSpPr>
        <p:spPr>
          <a:xfrm>
            <a:off x="2914408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1A4118-D0C5-7FBF-9F93-A22012DCDE05}"/>
              </a:ext>
            </a:extLst>
          </p:cNvPr>
          <p:cNvSpPr/>
          <p:nvPr/>
        </p:nvSpPr>
        <p:spPr>
          <a:xfrm>
            <a:off x="4161105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B8824A-8B57-09C2-E3EA-8F4B9FD3C6D4}"/>
              </a:ext>
            </a:extLst>
          </p:cNvPr>
          <p:cNvSpPr/>
          <p:nvPr/>
        </p:nvSpPr>
        <p:spPr>
          <a:xfrm>
            <a:off x="5408814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0ED51-D10D-B588-981E-0ABBE57BDED8}"/>
              </a:ext>
            </a:extLst>
          </p:cNvPr>
          <p:cNvSpPr/>
          <p:nvPr/>
        </p:nvSpPr>
        <p:spPr>
          <a:xfrm>
            <a:off x="6656520" y="71195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C457B1-4A6D-A5DD-C775-4A0771142761}"/>
              </a:ext>
            </a:extLst>
          </p:cNvPr>
          <p:cNvSpPr/>
          <p:nvPr/>
        </p:nvSpPr>
        <p:spPr>
          <a:xfrm>
            <a:off x="2914408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8CCFC3-B3B5-F33A-77D7-7E4FA5838E84}"/>
              </a:ext>
            </a:extLst>
          </p:cNvPr>
          <p:cNvSpPr/>
          <p:nvPr/>
        </p:nvSpPr>
        <p:spPr>
          <a:xfrm>
            <a:off x="4161105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8DE881-07C5-2AFE-EF3B-44E111677E24}"/>
              </a:ext>
            </a:extLst>
          </p:cNvPr>
          <p:cNvSpPr/>
          <p:nvPr/>
        </p:nvSpPr>
        <p:spPr>
          <a:xfrm>
            <a:off x="5408814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4C63C1-53FB-CF7E-E971-836DA976A019}"/>
              </a:ext>
            </a:extLst>
          </p:cNvPr>
          <p:cNvSpPr/>
          <p:nvPr/>
        </p:nvSpPr>
        <p:spPr>
          <a:xfrm>
            <a:off x="6656520" y="179172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FE1327-FF30-6904-4F98-FEC650078CF9}"/>
              </a:ext>
            </a:extLst>
          </p:cNvPr>
          <p:cNvSpPr/>
          <p:nvPr/>
        </p:nvSpPr>
        <p:spPr>
          <a:xfrm>
            <a:off x="2914408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0A42AB-B3D6-E67E-33EB-F938B793EB8D}"/>
              </a:ext>
            </a:extLst>
          </p:cNvPr>
          <p:cNvSpPr/>
          <p:nvPr/>
        </p:nvSpPr>
        <p:spPr>
          <a:xfrm>
            <a:off x="4161105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C3703E-1768-041A-4C4B-36BF4BCF8F1A}"/>
              </a:ext>
            </a:extLst>
          </p:cNvPr>
          <p:cNvSpPr/>
          <p:nvPr/>
        </p:nvSpPr>
        <p:spPr>
          <a:xfrm>
            <a:off x="5408814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1DD011-9FF8-7DF4-4B74-D45547DCC019}"/>
              </a:ext>
            </a:extLst>
          </p:cNvPr>
          <p:cNvSpPr/>
          <p:nvPr/>
        </p:nvSpPr>
        <p:spPr>
          <a:xfrm>
            <a:off x="6656520" y="287149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1EEE3EF6-929F-2F15-07F6-D80B9E845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616" y="730786"/>
            <a:ext cx="1048139" cy="10481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1C045733-F04E-C4E9-22E2-09BD8FF48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281" y="1835759"/>
            <a:ext cx="926759" cy="98248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77825A9D-6AFD-930F-3C12-AAF2519D7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92" y="891211"/>
            <a:ext cx="1120197" cy="7251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5" name="Image 1">
            <a:extLst>
              <a:ext uri="{FF2B5EF4-FFF2-40B4-BE49-F238E27FC236}">
                <a16:creationId xmlns:a16="http://schemas.microsoft.com/office/drawing/2014/main" id="{37890820-9D88-8119-CBCC-A5DDC0082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941" y="793920"/>
            <a:ext cx="1111314" cy="91340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6" name="Image 35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03808D13-A991-5FC7-8485-48C1D77597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62" y="744770"/>
            <a:ext cx="1020702" cy="101335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7" name="Picture 5">
            <a:extLst>
              <a:ext uri="{FF2B5EF4-FFF2-40B4-BE49-F238E27FC236}">
                <a16:creationId xmlns:a16="http://schemas.microsoft.com/office/drawing/2014/main" id="{20B8CBAB-19E2-B226-92CF-1429D939F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902" y="2158626"/>
            <a:ext cx="1149790" cy="4037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8" name="Image 1">
            <a:extLst>
              <a:ext uri="{FF2B5EF4-FFF2-40B4-BE49-F238E27FC236}">
                <a16:creationId xmlns:a16="http://schemas.microsoft.com/office/drawing/2014/main" id="{47B1A3A6-5355-E185-354F-39D3FB52F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787" y="2194186"/>
            <a:ext cx="1102363" cy="32241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9" name="Image 38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9D0C8EF4-C815-50F1-6585-794FE4AB28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95" y="3165418"/>
            <a:ext cx="1082774" cy="56345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Image 39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B0889B5D-2AE7-48FB-2C9D-5911F46359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25" y="2083579"/>
            <a:ext cx="1087922" cy="5174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1" name="Image 40" descr="Une image contenant texte, conception, graphisme, capture d’écran&#10;&#10;Description générée automatiquement">
            <a:extLst>
              <a:ext uri="{FF2B5EF4-FFF2-40B4-BE49-F238E27FC236}">
                <a16:creationId xmlns:a16="http://schemas.microsoft.com/office/drawing/2014/main" id="{0FB072C3-EBBE-7DE8-DA97-A7EF3EFAA3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035" y="3030775"/>
            <a:ext cx="1087578" cy="76900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2" name="Image 41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83FA6148-E8E0-40E1-954E-37F8B9E1215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110" y="3170623"/>
            <a:ext cx="1169191" cy="52588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3" name="Image 42" descr="Une image contenant Graphique, graphisme, oiseau, conception&#10;&#10;Description générée automatiquement">
            <a:extLst>
              <a:ext uri="{FF2B5EF4-FFF2-40B4-BE49-F238E27FC236}">
                <a16:creationId xmlns:a16="http://schemas.microsoft.com/office/drawing/2014/main" id="{8A2D8BDC-D6C1-0C5A-BCA2-760FA0D7279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145" y="3000867"/>
            <a:ext cx="1211055" cy="8477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4" name="Image 43" descr="Une image contenant texte, conception, Police&#10;&#10;Description générée automatiquement">
            <a:extLst>
              <a:ext uri="{FF2B5EF4-FFF2-40B4-BE49-F238E27FC236}">
                <a16:creationId xmlns:a16="http://schemas.microsoft.com/office/drawing/2014/main" id="{C933C5AD-049B-C467-FAE1-661579BE89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041" y="4286436"/>
            <a:ext cx="1137264" cy="4646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E73FDDFF-69B4-DDB5-B714-D3B55F938EF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5307" y="4059429"/>
            <a:ext cx="2413905" cy="83607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7587BE-130E-46F7-E799-92DFB2D2E9AE}"/>
              </a:ext>
            </a:extLst>
          </p:cNvPr>
          <p:cNvSpPr/>
          <p:nvPr/>
        </p:nvSpPr>
        <p:spPr>
          <a:xfrm>
            <a:off x="2914209" y="502165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1B09B5-B484-5F15-AC30-FAEDA5F6761C}"/>
              </a:ext>
            </a:extLst>
          </p:cNvPr>
          <p:cNvSpPr/>
          <p:nvPr/>
        </p:nvSpPr>
        <p:spPr>
          <a:xfrm>
            <a:off x="4161105" y="502165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Une image contenant nuage, texte, ciel, capture d’écran&#10;&#10;Description générée automatiquement">
            <a:extLst>
              <a:ext uri="{FF2B5EF4-FFF2-40B4-BE49-F238E27FC236}">
                <a16:creationId xmlns:a16="http://schemas.microsoft.com/office/drawing/2014/main" id="{5DF443D0-A6A8-D925-85B5-ED826A0AAC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392" y="5071363"/>
            <a:ext cx="1148586" cy="9831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B9171E-23D2-DACF-9B44-472479A175F1}"/>
              </a:ext>
            </a:extLst>
          </p:cNvPr>
          <p:cNvSpPr/>
          <p:nvPr/>
        </p:nvSpPr>
        <p:spPr>
          <a:xfrm>
            <a:off x="5407802" y="502290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6C853-4F17-0777-ED20-333233303317}"/>
              </a:ext>
            </a:extLst>
          </p:cNvPr>
          <p:cNvSpPr/>
          <p:nvPr/>
        </p:nvSpPr>
        <p:spPr>
          <a:xfrm>
            <a:off x="6654300" y="5022650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9AD76C7-C217-C73D-0622-EB4BCA13620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932" y="5178716"/>
            <a:ext cx="1038645" cy="74991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AEC567F-8CE7-EF18-D440-9C2566B05F5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18" y="5071363"/>
            <a:ext cx="966468" cy="9664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9D7C847-7827-61E0-0DD3-C3BC428BB8C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90021" y="5373273"/>
            <a:ext cx="1169191" cy="37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36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4FE4-FF5F-FAFB-15FD-CA97D845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91152B6-C234-942F-82A0-CE04723497D1}"/>
              </a:ext>
            </a:extLst>
          </p:cNvPr>
          <p:cNvSpPr/>
          <p:nvPr/>
        </p:nvSpPr>
        <p:spPr>
          <a:xfrm>
            <a:off x="2914408" y="331657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712EAE-E5DE-4275-3CFD-9F8BCB8FEFF8}"/>
              </a:ext>
            </a:extLst>
          </p:cNvPr>
          <p:cNvSpPr/>
          <p:nvPr/>
        </p:nvSpPr>
        <p:spPr>
          <a:xfrm>
            <a:off x="4161304" y="331657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E31B6B-4252-7247-A7AF-3A008AD79CF0}"/>
              </a:ext>
            </a:extLst>
          </p:cNvPr>
          <p:cNvSpPr/>
          <p:nvPr/>
        </p:nvSpPr>
        <p:spPr>
          <a:xfrm>
            <a:off x="5409986" y="3303879"/>
            <a:ext cx="2494763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67A8D4-5E9F-6E07-6EBD-53D5AAD59910}"/>
              </a:ext>
            </a:extLst>
          </p:cNvPr>
          <p:cNvSpPr/>
          <p:nvPr/>
        </p:nvSpPr>
        <p:spPr>
          <a:xfrm>
            <a:off x="2914408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3DCE3-4441-8724-3907-9202E4BF83E1}"/>
              </a:ext>
            </a:extLst>
          </p:cNvPr>
          <p:cNvSpPr/>
          <p:nvPr/>
        </p:nvSpPr>
        <p:spPr>
          <a:xfrm>
            <a:off x="4161105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D41AE9-84C5-CE38-A289-0F58F0E7AC39}"/>
              </a:ext>
            </a:extLst>
          </p:cNvPr>
          <p:cNvSpPr/>
          <p:nvPr/>
        </p:nvSpPr>
        <p:spPr>
          <a:xfrm>
            <a:off x="5408814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14A34-CDAD-F785-179A-0009F7F55370}"/>
              </a:ext>
            </a:extLst>
          </p:cNvPr>
          <p:cNvSpPr/>
          <p:nvPr/>
        </p:nvSpPr>
        <p:spPr>
          <a:xfrm>
            <a:off x="6656520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35EA37-569D-7CCD-4432-0DD09721147C}"/>
              </a:ext>
            </a:extLst>
          </p:cNvPr>
          <p:cNvSpPr/>
          <p:nvPr/>
        </p:nvSpPr>
        <p:spPr>
          <a:xfrm>
            <a:off x="2914408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A0F22C-8C3C-211A-867A-22F603EDB841}"/>
              </a:ext>
            </a:extLst>
          </p:cNvPr>
          <p:cNvSpPr/>
          <p:nvPr/>
        </p:nvSpPr>
        <p:spPr>
          <a:xfrm>
            <a:off x="4161105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B021EE-7B46-2305-2B90-EB1E48BD342F}"/>
              </a:ext>
            </a:extLst>
          </p:cNvPr>
          <p:cNvSpPr/>
          <p:nvPr/>
        </p:nvSpPr>
        <p:spPr>
          <a:xfrm>
            <a:off x="5408814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1E0E4C-D309-BC1E-E452-E87868C84796}"/>
              </a:ext>
            </a:extLst>
          </p:cNvPr>
          <p:cNvSpPr/>
          <p:nvPr/>
        </p:nvSpPr>
        <p:spPr>
          <a:xfrm>
            <a:off x="6656520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403DE-B124-B446-C19E-9A2441662C2A}"/>
              </a:ext>
            </a:extLst>
          </p:cNvPr>
          <p:cNvSpPr/>
          <p:nvPr/>
        </p:nvSpPr>
        <p:spPr>
          <a:xfrm>
            <a:off x="2914408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52FBA8-7DAF-9FEA-D9BC-F7033A8BE03C}"/>
              </a:ext>
            </a:extLst>
          </p:cNvPr>
          <p:cNvSpPr/>
          <p:nvPr/>
        </p:nvSpPr>
        <p:spPr>
          <a:xfrm>
            <a:off x="4161105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81E2F8-ABC0-E67B-355C-176DFB802DB9}"/>
              </a:ext>
            </a:extLst>
          </p:cNvPr>
          <p:cNvSpPr/>
          <p:nvPr/>
        </p:nvSpPr>
        <p:spPr>
          <a:xfrm>
            <a:off x="5408814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AAC8C1-C6EE-EC76-67C7-727739EB3A9A}"/>
              </a:ext>
            </a:extLst>
          </p:cNvPr>
          <p:cNvSpPr/>
          <p:nvPr/>
        </p:nvSpPr>
        <p:spPr>
          <a:xfrm>
            <a:off x="6656520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064B60E4-4EE4-E2BF-270C-08DD42094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616" y="99398"/>
            <a:ext cx="1048139" cy="10481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62A2AA0E-81F9-52D9-D23F-F45F9E2F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92" y="259823"/>
            <a:ext cx="1120197" cy="7251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5" name="Image 1">
            <a:extLst>
              <a:ext uri="{FF2B5EF4-FFF2-40B4-BE49-F238E27FC236}">
                <a16:creationId xmlns:a16="http://schemas.microsoft.com/office/drawing/2014/main" id="{571DF0C7-5187-63CC-D8A1-F9391E182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941" y="162532"/>
            <a:ext cx="1111314" cy="91340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6" name="Image 35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4822858B-0ABF-0797-7A52-74244E42C7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62" y="113382"/>
            <a:ext cx="1020702" cy="101335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2E8012B9-7E73-E598-8223-3189D7AB2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307" y="3428041"/>
            <a:ext cx="2413905" cy="83607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46DEDD-0F05-4DE6-1BDF-1DAE35705BC5}"/>
              </a:ext>
            </a:extLst>
          </p:cNvPr>
          <p:cNvSpPr/>
          <p:nvPr/>
        </p:nvSpPr>
        <p:spPr>
          <a:xfrm>
            <a:off x="2914209" y="4390266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6B71F4-3ED8-56FD-E7AD-3EC5558A62D9}"/>
              </a:ext>
            </a:extLst>
          </p:cNvPr>
          <p:cNvSpPr/>
          <p:nvPr/>
        </p:nvSpPr>
        <p:spPr>
          <a:xfrm>
            <a:off x="4161105" y="4390266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0B28D-5735-9E4D-66B7-419D6498FCC5}"/>
              </a:ext>
            </a:extLst>
          </p:cNvPr>
          <p:cNvSpPr/>
          <p:nvPr/>
        </p:nvSpPr>
        <p:spPr>
          <a:xfrm>
            <a:off x="5407802" y="439151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8E23E-5AC4-188C-2897-D3DEC2E9ADF8}"/>
              </a:ext>
            </a:extLst>
          </p:cNvPr>
          <p:cNvSpPr/>
          <p:nvPr/>
        </p:nvSpPr>
        <p:spPr>
          <a:xfrm>
            <a:off x="6654300" y="439126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8EB8F2F-02E9-976E-6D8D-0C41F50A7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908" y="4422293"/>
            <a:ext cx="1031284" cy="1027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199BC8-430B-B93F-81D3-A4FDF5E14C64}"/>
              </a:ext>
            </a:extLst>
          </p:cNvPr>
          <p:cNvSpPr/>
          <p:nvPr/>
        </p:nvSpPr>
        <p:spPr>
          <a:xfrm>
            <a:off x="7901196" y="80571"/>
            <a:ext cx="1246896" cy="1098896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C7733-055F-6A71-E961-AFFD3ACD55C5}"/>
              </a:ext>
            </a:extLst>
          </p:cNvPr>
          <p:cNvSpPr/>
          <p:nvPr/>
        </p:nvSpPr>
        <p:spPr>
          <a:xfrm>
            <a:off x="7901196" y="116962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58AD4-FF7A-08E5-8B96-B71A53F57A2D}"/>
              </a:ext>
            </a:extLst>
          </p:cNvPr>
          <p:cNvSpPr/>
          <p:nvPr/>
        </p:nvSpPr>
        <p:spPr>
          <a:xfrm>
            <a:off x="7901196" y="224771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631E23-818A-54E1-72A5-959E5A9664E9}"/>
              </a:ext>
            </a:extLst>
          </p:cNvPr>
          <p:cNvSpPr/>
          <p:nvPr/>
        </p:nvSpPr>
        <p:spPr>
          <a:xfrm>
            <a:off x="7901196" y="3322654"/>
            <a:ext cx="1246896" cy="106065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2A3C6-3011-E970-46AE-6F0D82B361A6}"/>
              </a:ext>
            </a:extLst>
          </p:cNvPr>
          <p:cNvSpPr/>
          <p:nvPr/>
        </p:nvSpPr>
        <p:spPr>
          <a:xfrm>
            <a:off x="7901196" y="438825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6" name="Image 1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B76D22EC-BF42-BBCA-8F6D-9910F9C0F3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292" y="2399068"/>
            <a:ext cx="1149526" cy="81544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6316080-FE09-FCDF-4B0A-52E31FFEB3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264" y="136457"/>
            <a:ext cx="926759" cy="98248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0" name="Picture 5">
            <a:extLst>
              <a:ext uri="{FF2B5EF4-FFF2-40B4-BE49-F238E27FC236}">
                <a16:creationId xmlns:a16="http://schemas.microsoft.com/office/drawing/2014/main" id="{457597EA-23D3-0B81-9A77-26979992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436" y="1572986"/>
            <a:ext cx="1149790" cy="4037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1" name="Image 1">
            <a:extLst>
              <a:ext uri="{FF2B5EF4-FFF2-40B4-BE49-F238E27FC236}">
                <a16:creationId xmlns:a16="http://schemas.microsoft.com/office/drawing/2014/main" id="{7043D432-1B70-E764-0231-3CC55299A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440" y="1562797"/>
            <a:ext cx="1102363" cy="32241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2" name="Image 5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E70989C8-A0DA-234E-288F-350E4C4457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06" y="1463490"/>
            <a:ext cx="1087922" cy="5174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3" name="Image 52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79C22C7-CF48-B2DB-5469-5C503F404F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285" y="1440474"/>
            <a:ext cx="1082774" cy="56345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4" name="Image 53" descr="Une image contenant texte, conception, graphisme, capture d’écran&#10;&#10;Description générée automatiquement">
            <a:extLst>
              <a:ext uri="{FF2B5EF4-FFF2-40B4-BE49-F238E27FC236}">
                <a16:creationId xmlns:a16="http://schemas.microsoft.com/office/drawing/2014/main" id="{715123ED-FA3B-D20E-8909-ACE9F8CD9B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553" y="1331831"/>
            <a:ext cx="1087578" cy="76900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Image 54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30F330F-45B3-23BC-5975-F27C929A19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161" y="2518411"/>
            <a:ext cx="1169191" cy="52588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6" name="Image 55" descr="Une image contenant Graphique, graphisme, oiseau, conception&#10;&#10;Description générée automatiquement">
            <a:extLst>
              <a:ext uri="{FF2B5EF4-FFF2-40B4-BE49-F238E27FC236}">
                <a16:creationId xmlns:a16="http://schemas.microsoft.com/office/drawing/2014/main" id="{0B363965-F915-2F46-0D0C-5BDCF5D82F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646" y="2357483"/>
            <a:ext cx="1211055" cy="8477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7" name="Image 56" descr="Une image contenant clipart, logo, Graphique, symbole&#10;&#10;Description générée automatiquement">
            <a:extLst>
              <a:ext uri="{FF2B5EF4-FFF2-40B4-BE49-F238E27FC236}">
                <a16:creationId xmlns:a16="http://schemas.microsoft.com/office/drawing/2014/main" id="{6894F996-8A8B-6713-1D99-DDA02D55A68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222" y="2413004"/>
            <a:ext cx="1217155" cy="7334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8" name="Image 57" descr="Une image contenant texte, conception, Police&#10;&#10;Description générée automatiquement">
            <a:extLst>
              <a:ext uri="{FF2B5EF4-FFF2-40B4-BE49-F238E27FC236}">
                <a16:creationId xmlns:a16="http://schemas.microsoft.com/office/drawing/2014/main" id="{81F5FFF3-4FA5-2D2D-2A7B-AC60CC41E0D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083" y="2544837"/>
            <a:ext cx="1137264" cy="4646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9" name="Image 58" descr="Une image contenant nuage, texte, ciel, capture d’écran&#10;&#10;Description générée automatiquement">
            <a:extLst>
              <a:ext uri="{FF2B5EF4-FFF2-40B4-BE49-F238E27FC236}">
                <a16:creationId xmlns:a16="http://schemas.microsoft.com/office/drawing/2014/main" id="{A0AD1C55-0168-9402-D3CF-4D512F7FB49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392" y="3366289"/>
            <a:ext cx="1148586" cy="983139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53AE3F4C-0A1D-4548-0E43-E0BE18D8EF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850" y="3492158"/>
            <a:ext cx="1038645" cy="749917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575C5361-EABA-879C-BFB9-5B721A4FAC3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51974" y="3527726"/>
            <a:ext cx="1151914" cy="686247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1197ABCE-4F50-55AB-24A6-02725C6EAE5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938" y="4439975"/>
            <a:ext cx="966468" cy="966468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121CAD9B-D454-0C2D-353B-1BE028C8361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73941" y="4733550"/>
            <a:ext cx="1169191" cy="37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0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13F9-BCD9-5D2F-F2E2-5C8BD700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5933E57-A6F2-AE83-ECEC-DCEB9189F99B}"/>
              </a:ext>
            </a:extLst>
          </p:cNvPr>
          <p:cNvSpPr/>
          <p:nvPr/>
        </p:nvSpPr>
        <p:spPr>
          <a:xfrm>
            <a:off x="2914408" y="331657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16AC3B-933D-B7CC-F00F-2690D7DEE103}"/>
              </a:ext>
            </a:extLst>
          </p:cNvPr>
          <p:cNvSpPr/>
          <p:nvPr/>
        </p:nvSpPr>
        <p:spPr>
          <a:xfrm>
            <a:off x="4161304" y="3316579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4FEBE8-AC01-E994-D98E-85113B842BFB}"/>
              </a:ext>
            </a:extLst>
          </p:cNvPr>
          <p:cNvSpPr/>
          <p:nvPr/>
        </p:nvSpPr>
        <p:spPr>
          <a:xfrm>
            <a:off x="5409986" y="3303879"/>
            <a:ext cx="2494763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E515C8-02F6-7189-4D8F-0475AB172688}"/>
              </a:ext>
            </a:extLst>
          </p:cNvPr>
          <p:cNvSpPr/>
          <p:nvPr/>
        </p:nvSpPr>
        <p:spPr>
          <a:xfrm>
            <a:off x="2914408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770AF1-50CE-A69B-C9D7-B937C14F124E}"/>
              </a:ext>
            </a:extLst>
          </p:cNvPr>
          <p:cNvSpPr/>
          <p:nvPr/>
        </p:nvSpPr>
        <p:spPr>
          <a:xfrm>
            <a:off x="4161105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933B1-7F5B-6E2E-D9FE-BAB9761DB242}"/>
              </a:ext>
            </a:extLst>
          </p:cNvPr>
          <p:cNvSpPr/>
          <p:nvPr/>
        </p:nvSpPr>
        <p:spPr>
          <a:xfrm>
            <a:off x="5408814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854B6B-E17B-D502-2286-0E96C805C552}"/>
              </a:ext>
            </a:extLst>
          </p:cNvPr>
          <p:cNvSpPr/>
          <p:nvPr/>
        </p:nvSpPr>
        <p:spPr>
          <a:xfrm>
            <a:off x="6656520" y="8057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7B6EF8-5B35-04AC-E25B-45830556E53F}"/>
              </a:ext>
            </a:extLst>
          </p:cNvPr>
          <p:cNvSpPr/>
          <p:nvPr/>
        </p:nvSpPr>
        <p:spPr>
          <a:xfrm>
            <a:off x="2914408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027571-510A-4CA0-1AE3-AEF472AA4566}"/>
              </a:ext>
            </a:extLst>
          </p:cNvPr>
          <p:cNvSpPr/>
          <p:nvPr/>
        </p:nvSpPr>
        <p:spPr>
          <a:xfrm>
            <a:off x="4161105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A9E044-0261-1D12-8510-02155BE0AB2F}"/>
              </a:ext>
            </a:extLst>
          </p:cNvPr>
          <p:cNvSpPr/>
          <p:nvPr/>
        </p:nvSpPr>
        <p:spPr>
          <a:xfrm>
            <a:off x="5408814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170672-BC74-E85A-FE53-13400C0BAD6C}"/>
              </a:ext>
            </a:extLst>
          </p:cNvPr>
          <p:cNvSpPr/>
          <p:nvPr/>
        </p:nvSpPr>
        <p:spPr>
          <a:xfrm>
            <a:off x="6656520" y="1160334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65B252-D5BD-7A1B-CFE6-74BABF456ED8}"/>
              </a:ext>
            </a:extLst>
          </p:cNvPr>
          <p:cNvSpPr/>
          <p:nvPr/>
        </p:nvSpPr>
        <p:spPr>
          <a:xfrm>
            <a:off x="2914408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411C28-BCC2-0F8A-3FA3-BB59000FF913}"/>
              </a:ext>
            </a:extLst>
          </p:cNvPr>
          <p:cNvSpPr/>
          <p:nvPr/>
        </p:nvSpPr>
        <p:spPr>
          <a:xfrm>
            <a:off x="4161105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40EF72-7787-09AA-10E1-752F3E37170F}"/>
              </a:ext>
            </a:extLst>
          </p:cNvPr>
          <p:cNvSpPr/>
          <p:nvPr/>
        </p:nvSpPr>
        <p:spPr>
          <a:xfrm>
            <a:off x="5408814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41D97A-6433-C4C2-2E0D-C42C4B81A228}"/>
              </a:ext>
            </a:extLst>
          </p:cNvPr>
          <p:cNvSpPr/>
          <p:nvPr/>
        </p:nvSpPr>
        <p:spPr>
          <a:xfrm>
            <a:off x="6656520" y="224010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03C7C0B-501F-CCA5-1934-C782B0F83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616" y="99398"/>
            <a:ext cx="1048139" cy="10481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E8E9716C-F17A-9809-768A-84D5C7574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92" y="259823"/>
            <a:ext cx="1120197" cy="7251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5" name="Image 1">
            <a:extLst>
              <a:ext uri="{FF2B5EF4-FFF2-40B4-BE49-F238E27FC236}">
                <a16:creationId xmlns:a16="http://schemas.microsoft.com/office/drawing/2014/main" id="{8E46EF9A-67F1-9D8F-3548-BF4CD1177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941" y="162532"/>
            <a:ext cx="1111314" cy="91340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6" name="Image 35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33CD86D8-B2F1-CE03-B34E-C74469377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62" y="113382"/>
            <a:ext cx="1020702" cy="101335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FC3A1B42-E82B-8C81-75DA-AFF967855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307" y="3428041"/>
            <a:ext cx="2413905" cy="83607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70571D-4874-DD82-9C63-05DFB7A00E20}"/>
              </a:ext>
            </a:extLst>
          </p:cNvPr>
          <p:cNvSpPr/>
          <p:nvPr/>
        </p:nvSpPr>
        <p:spPr>
          <a:xfrm>
            <a:off x="2914209" y="4390266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93D162-979E-D2BD-5BD5-C7C73BA6D1ED}"/>
              </a:ext>
            </a:extLst>
          </p:cNvPr>
          <p:cNvSpPr/>
          <p:nvPr/>
        </p:nvSpPr>
        <p:spPr>
          <a:xfrm>
            <a:off x="4161105" y="4390266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BDFD2-DEFE-6F41-FF97-A32762425AE2}"/>
              </a:ext>
            </a:extLst>
          </p:cNvPr>
          <p:cNvSpPr/>
          <p:nvPr/>
        </p:nvSpPr>
        <p:spPr>
          <a:xfrm>
            <a:off x="5407802" y="439151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04A8B-16D0-055D-B5E9-2B1BBED37979}"/>
              </a:ext>
            </a:extLst>
          </p:cNvPr>
          <p:cNvSpPr/>
          <p:nvPr/>
        </p:nvSpPr>
        <p:spPr>
          <a:xfrm>
            <a:off x="6654300" y="4391262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CB4EF98-6AAA-4921-87A7-0BA1D3865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908" y="4422293"/>
            <a:ext cx="1031284" cy="1027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42EC45-A2CC-76A7-0A7E-D6ADBF86ECB7}"/>
              </a:ext>
            </a:extLst>
          </p:cNvPr>
          <p:cNvSpPr/>
          <p:nvPr/>
        </p:nvSpPr>
        <p:spPr>
          <a:xfrm>
            <a:off x="7901196" y="80571"/>
            <a:ext cx="1246896" cy="1098896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3EDBE-9E5A-6FE7-CEEE-68B3FF9C97B6}"/>
              </a:ext>
            </a:extLst>
          </p:cNvPr>
          <p:cNvSpPr/>
          <p:nvPr/>
        </p:nvSpPr>
        <p:spPr>
          <a:xfrm>
            <a:off x="7901196" y="1169625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B3422E-5F83-D936-897B-B5922C30353A}"/>
              </a:ext>
            </a:extLst>
          </p:cNvPr>
          <p:cNvSpPr/>
          <p:nvPr/>
        </p:nvSpPr>
        <p:spPr>
          <a:xfrm>
            <a:off x="7901196" y="2247717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B154B-0359-8B53-6501-5CA66534D173}"/>
              </a:ext>
            </a:extLst>
          </p:cNvPr>
          <p:cNvSpPr/>
          <p:nvPr/>
        </p:nvSpPr>
        <p:spPr>
          <a:xfrm>
            <a:off x="7901196" y="3322654"/>
            <a:ext cx="1246896" cy="106065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3E0543-2C37-704D-79DE-DF89ADF77D68}"/>
              </a:ext>
            </a:extLst>
          </p:cNvPr>
          <p:cNvSpPr/>
          <p:nvPr/>
        </p:nvSpPr>
        <p:spPr>
          <a:xfrm>
            <a:off x="7901196" y="4388251"/>
            <a:ext cx="1246896" cy="108255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6" name="Image 1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09906F81-DD84-DD38-2957-A559699D0D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292" y="2399068"/>
            <a:ext cx="1149526" cy="81544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0510D687-FCC2-B88B-6010-CDA5E3E6AE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264" y="136457"/>
            <a:ext cx="926759" cy="982483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0" name="Picture 5">
            <a:extLst>
              <a:ext uri="{FF2B5EF4-FFF2-40B4-BE49-F238E27FC236}">
                <a16:creationId xmlns:a16="http://schemas.microsoft.com/office/drawing/2014/main" id="{8CA15331-3812-3C5C-6EF6-8CADB304E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436" y="1572986"/>
            <a:ext cx="1149790" cy="4037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1" name="Image 1">
            <a:extLst>
              <a:ext uri="{FF2B5EF4-FFF2-40B4-BE49-F238E27FC236}">
                <a16:creationId xmlns:a16="http://schemas.microsoft.com/office/drawing/2014/main" id="{7F120AEE-9DF2-9FF5-03BF-705AFAF6F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440" y="1562797"/>
            <a:ext cx="1102363" cy="32241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2" name="Image 5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AF4FC484-FE06-EE4E-557C-DC77F325E6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06" y="1463490"/>
            <a:ext cx="1087922" cy="5174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3" name="Image 52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A1980390-C1CD-C8E4-2493-A3088C806A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285" y="1440474"/>
            <a:ext cx="1082774" cy="56345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4" name="Image 53" descr="Une image contenant texte, conception, graphisme, capture d’écran&#10;&#10;Description générée automatiquement">
            <a:extLst>
              <a:ext uri="{FF2B5EF4-FFF2-40B4-BE49-F238E27FC236}">
                <a16:creationId xmlns:a16="http://schemas.microsoft.com/office/drawing/2014/main" id="{2BA9791F-7978-D520-A03D-BD90155033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553" y="1331831"/>
            <a:ext cx="1087578" cy="76900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Image 54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CFA305C5-61BA-CA00-23CE-7F07224B928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161" y="2518411"/>
            <a:ext cx="1169191" cy="52588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6" name="Image 55" descr="Une image contenant Graphique, graphisme, oiseau, conception&#10;&#10;Description générée automatiquement">
            <a:extLst>
              <a:ext uri="{FF2B5EF4-FFF2-40B4-BE49-F238E27FC236}">
                <a16:creationId xmlns:a16="http://schemas.microsoft.com/office/drawing/2014/main" id="{540EFBA9-30A8-C17A-E027-A4DAE907C2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646" y="2357483"/>
            <a:ext cx="1211055" cy="8477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7" name="Image 56" descr="Une image contenant clipart, logo, Graphique, symbole&#10;&#10;Description générée automatiquement">
            <a:extLst>
              <a:ext uri="{FF2B5EF4-FFF2-40B4-BE49-F238E27FC236}">
                <a16:creationId xmlns:a16="http://schemas.microsoft.com/office/drawing/2014/main" id="{DE745856-5550-87DB-6A8D-99AFECDB1C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222" y="2413004"/>
            <a:ext cx="1217155" cy="7334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8" name="Image 57" descr="Une image contenant texte, conception, Police&#10;&#10;Description générée automatiquement">
            <a:extLst>
              <a:ext uri="{FF2B5EF4-FFF2-40B4-BE49-F238E27FC236}">
                <a16:creationId xmlns:a16="http://schemas.microsoft.com/office/drawing/2014/main" id="{9BC7A03D-5651-B9D9-6FBE-BE5326DB62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083" y="2544837"/>
            <a:ext cx="1137264" cy="4646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9" name="Image 58" descr="Une image contenant nuage, texte, ciel, capture d’écran&#10;&#10;Description générée automatiquement">
            <a:extLst>
              <a:ext uri="{FF2B5EF4-FFF2-40B4-BE49-F238E27FC236}">
                <a16:creationId xmlns:a16="http://schemas.microsoft.com/office/drawing/2014/main" id="{15380041-D6D7-0478-732B-676F579D33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392" y="3366289"/>
            <a:ext cx="1148586" cy="983139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0186938E-5EF7-9780-1DB5-9C6182A11A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850" y="3492158"/>
            <a:ext cx="1038645" cy="749917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AD08B6FC-45D1-F304-09A4-103366435CA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51974" y="3527726"/>
            <a:ext cx="1151914" cy="686247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75182823-F621-3246-45A0-7F537790125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938" y="4439975"/>
            <a:ext cx="966468" cy="966468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D5722F48-D7B5-9C41-2573-D1115D59BD1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73941" y="4733550"/>
            <a:ext cx="1169191" cy="3793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D3E7E1A-C8A0-C551-C4DE-98FA9B952A73}"/>
              </a:ext>
            </a:extLst>
          </p:cNvPr>
          <p:cNvSpPr txBox="1"/>
          <p:nvPr/>
        </p:nvSpPr>
        <p:spPr>
          <a:xfrm>
            <a:off x="290456" y="591671"/>
            <a:ext cx="168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10/02/2026</a:t>
            </a:r>
          </a:p>
        </p:txBody>
      </p:sp>
      <p:pic>
        <p:nvPicPr>
          <p:cNvPr id="8" name="Image 7" descr="Peut être une image de texte qui dit ’Direction de l'agriculture PŨ FA'ATERERA'A ΝΟ TE 'OHIPA '' XXXXX 우’">
            <a:extLst>
              <a:ext uri="{FF2B5EF4-FFF2-40B4-BE49-F238E27FC236}">
                <a16:creationId xmlns:a16="http://schemas.microsoft.com/office/drawing/2014/main" id="{FB825D74-6C54-1609-8568-51FEA5605B2E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072" y="4543849"/>
            <a:ext cx="1136230" cy="7551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25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81DD-AA1A-C8F5-06B3-50B97123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5DA4D78-5AB8-9CDC-7393-5A3215840128}"/>
              </a:ext>
            </a:extLst>
          </p:cNvPr>
          <p:cNvSpPr/>
          <p:nvPr/>
        </p:nvSpPr>
        <p:spPr>
          <a:xfrm>
            <a:off x="85726" y="76199"/>
            <a:ext cx="5029200" cy="63635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/>
            <a:r>
              <a:rPr lang="fr-FR" u="sng" dirty="0"/>
              <a:t>Clients :</a:t>
            </a:r>
          </a:p>
          <a:p>
            <a:pPr marL="182563"/>
            <a:r>
              <a:rPr lang="fr-FR" dirty="0"/>
              <a:t>Direction de l’Aviation Civile</a:t>
            </a:r>
          </a:p>
          <a:p>
            <a:pPr marL="182563"/>
            <a:r>
              <a:rPr lang="fr-FR" dirty="0"/>
              <a:t>Air Loyauté</a:t>
            </a:r>
          </a:p>
          <a:p>
            <a:pPr marL="182563"/>
            <a:r>
              <a:rPr lang="fr-FR" dirty="0"/>
              <a:t>Vinci Airports</a:t>
            </a:r>
          </a:p>
          <a:p>
            <a:pPr marL="182563"/>
            <a:r>
              <a:rPr lang="fr-FR" dirty="0"/>
              <a:t>Etik Pf</a:t>
            </a:r>
          </a:p>
          <a:p>
            <a:pPr marL="182563"/>
            <a:r>
              <a:rPr lang="fr-FR" dirty="0"/>
              <a:t>Aéroport de Tahiti</a:t>
            </a:r>
          </a:p>
          <a:p>
            <a:pPr marL="182563"/>
            <a:r>
              <a:rPr lang="fr-FR" dirty="0"/>
              <a:t>HSF</a:t>
            </a:r>
          </a:p>
          <a:p>
            <a:pPr marL="182563"/>
            <a:r>
              <a:rPr lang="fr-FR" dirty="0"/>
              <a:t>IRONETIK</a:t>
            </a:r>
          </a:p>
          <a:p>
            <a:pPr marL="182563"/>
            <a:r>
              <a:rPr lang="fr-FR" dirty="0"/>
              <a:t>TPB – The Power of Blocks</a:t>
            </a:r>
          </a:p>
          <a:p>
            <a:pPr marL="182563"/>
            <a:r>
              <a:rPr lang="fr-FR" dirty="0"/>
              <a:t>TBSA</a:t>
            </a:r>
          </a:p>
          <a:p>
            <a:pPr marL="182563"/>
            <a:r>
              <a:rPr lang="fr-FR" dirty="0"/>
              <a:t>Service d’Etat de l’Aviation Civile PF</a:t>
            </a:r>
          </a:p>
          <a:p>
            <a:pPr marL="182563"/>
            <a:r>
              <a:rPr lang="fr-FR" dirty="0"/>
              <a:t>Islands Airline</a:t>
            </a:r>
          </a:p>
          <a:p>
            <a:pPr marL="182563"/>
            <a:r>
              <a:rPr lang="fr-FR" dirty="0"/>
              <a:t>TASC</a:t>
            </a:r>
          </a:p>
          <a:p>
            <a:pPr marL="182563"/>
            <a:r>
              <a:rPr lang="fr-FR" dirty="0"/>
              <a:t>Direction de l’Environnement</a:t>
            </a:r>
          </a:p>
          <a:p>
            <a:pPr marL="182563"/>
            <a:r>
              <a:rPr lang="fr-FR" dirty="0"/>
              <a:t>Islands Air Services</a:t>
            </a:r>
          </a:p>
          <a:p>
            <a:pPr marL="182563"/>
            <a:r>
              <a:rPr lang="fr-FR" dirty="0"/>
              <a:t>Air Tahiti Nui</a:t>
            </a:r>
          </a:p>
          <a:p>
            <a:pPr marL="182563"/>
            <a:r>
              <a:rPr lang="fr-FR" dirty="0"/>
              <a:t>Tahiti Nui Helicopters</a:t>
            </a:r>
          </a:p>
          <a:p>
            <a:pPr marL="182563"/>
            <a:r>
              <a:rPr lang="fr-FR" dirty="0"/>
              <a:t>Ministère des Transports</a:t>
            </a:r>
          </a:p>
          <a:p>
            <a:pPr marL="182563"/>
            <a:r>
              <a:rPr lang="fr-FR" dirty="0"/>
              <a:t>CNAM</a:t>
            </a:r>
          </a:p>
          <a:p>
            <a:pPr marL="182563"/>
            <a:r>
              <a:rPr lang="fr-FR" dirty="0"/>
              <a:t>Tahiti Air Charter</a:t>
            </a:r>
          </a:p>
          <a:p>
            <a:pPr marL="182563"/>
            <a:r>
              <a:rPr lang="fr-FR" dirty="0"/>
              <a:t>Tahiti Green Works</a:t>
            </a:r>
          </a:p>
          <a:p>
            <a:pPr marL="182563"/>
            <a:endParaRPr lang="fr-FR" dirty="0"/>
          </a:p>
          <a:p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73027EC0-4C23-A57B-8209-A3AC73936CFF}"/>
              </a:ext>
            </a:extLst>
          </p:cNvPr>
          <p:cNvSpPr/>
          <p:nvPr/>
        </p:nvSpPr>
        <p:spPr>
          <a:xfrm>
            <a:off x="6429376" y="3054485"/>
            <a:ext cx="5029200" cy="3508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u="sng" dirty="0"/>
              <a:t>Partenaires :</a:t>
            </a:r>
          </a:p>
          <a:p>
            <a:r>
              <a:rPr lang="fr-FR" dirty="0"/>
              <a:t>PEN Aviation</a:t>
            </a:r>
          </a:p>
          <a:p>
            <a:r>
              <a:rPr lang="fr-FR" dirty="0"/>
              <a:t>TERCIEL</a:t>
            </a:r>
          </a:p>
          <a:p>
            <a:r>
              <a:rPr lang="fr-FR" dirty="0"/>
              <a:t>To70</a:t>
            </a:r>
          </a:p>
          <a:p>
            <a:r>
              <a:rPr lang="fr-FR" dirty="0"/>
              <a:t>Roland BERGER</a:t>
            </a:r>
          </a:p>
          <a:p>
            <a:r>
              <a:rPr lang="fr-FR" dirty="0"/>
              <a:t>CGX Aero</a:t>
            </a:r>
          </a:p>
          <a:p>
            <a:r>
              <a:rPr lang="fr-FR" dirty="0"/>
              <a:t>Dexios</a:t>
            </a:r>
          </a:p>
          <a:p>
            <a:r>
              <a:rPr lang="fr-FR" dirty="0"/>
              <a:t>Etik Pf</a:t>
            </a:r>
          </a:p>
          <a:p>
            <a:r>
              <a:rPr lang="fr-FR" dirty="0"/>
              <a:t>Milanamos</a:t>
            </a:r>
          </a:p>
          <a:p>
            <a:r>
              <a:rPr lang="fr-FR" dirty="0"/>
              <a:t>IRONETIK</a:t>
            </a:r>
          </a:p>
          <a:p>
            <a:r>
              <a:rPr lang="fr-FR" dirty="0"/>
              <a:t>TPB – The Power of Blocks</a:t>
            </a:r>
          </a:p>
        </p:txBody>
      </p:sp>
    </p:spTree>
    <p:extLst>
      <p:ext uri="{BB962C8B-B14F-4D97-AF65-F5344CB8AC3E}">
        <p14:creationId xmlns:p14="http://schemas.microsoft.com/office/powerpoint/2010/main" val="30978375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77</Words>
  <Application>Microsoft Office PowerPoint</Application>
  <PresentationFormat>Grand écran</PresentationFormat>
  <Paragraphs>33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Pascal BAZER-BACHI</dc:creator>
  <cp:lastModifiedBy>Pascal BAZER-BACHI</cp:lastModifiedBy>
  <cp:revision>13</cp:revision>
  <dcterms:created xsi:type="dcterms:W3CDTF">2020-09-25T20:08:20Z</dcterms:created>
  <dcterms:modified xsi:type="dcterms:W3CDTF">2026-02-11T06:17:31Z</dcterms:modified>
</cp:coreProperties>
</file>